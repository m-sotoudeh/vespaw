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VESPAW logo constructed entirely from editable PowerPoint vector shapes and text. No external assets or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12064"/>
            <a:ext cx="1081735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87752" y="1207008"/>
            <a:ext cx="146304" cy="14630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9544" y="1207008"/>
            <a:ext cx="146304" cy="14630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51176" y="1389888"/>
            <a:ext cx="841248" cy="8412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0472" y="249631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6161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404872" y="2468880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9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 rot="10800000">
            <a:off x="3794760" y="249631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6161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2039112" y="2761488"/>
            <a:ext cx="475488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761488"/>
            <a:ext cx="475488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3310128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6161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617720" y="2542032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spc="700" kern="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pPr algn="l" indent="0" marL="0">
              <a:buNone/>
            </a:pPr>
            <a:r>
              <a:rPr lang="en-US" sz="3000" spc="700" kern="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pPr algn="l" indent="0" marL="0">
              <a:buNone/>
            </a:pPr>
            <a:r>
              <a:rPr lang="en-US" sz="3000" spc="700" kern="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pPr algn="l" indent="0" marL="0">
              <a:buNone/>
            </a:pPr>
            <a:r>
              <a:rPr lang="en-US" sz="3000" spc="700" kern="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pPr algn="l" indent="0" marL="0">
              <a:buNone/>
            </a:pPr>
            <a:r>
              <a:rPr lang="en-US" sz="3000" spc="700" kern="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pPr algn="l" indent="0" marL="0">
              <a:buNone/>
            </a:pPr>
            <a:r>
              <a:rPr lang="en-US" sz="3000" spc="700" kern="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45152" y="32461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DENSITY  FUNCTIONAL  THEORY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VESPAW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VESPAW Logo</dc:title>
  <dc:subject>VESPAW mathematical logo</dc:subject>
  <dc:creator>OpenAI</dc:creator>
  <cp:lastModifiedBy>OpenAI</cp:lastModifiedBy>
  <cp:revision>1</cp:revision>
  <dcterms:created xsi:type="dcterms:W3CDTF">2026-09-03T09:43:25Z</dcterms:created>
  <dcterms:modified xsi:type="dcterms:W3CDTF">2026-09-03T09:43:25Z</dcterms:modified>
</cp:coreProperties>
</file>